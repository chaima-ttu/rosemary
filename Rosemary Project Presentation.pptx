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allet" charset="1" panose="00000000000000000000"/>
      <p:regular r:id="rId11"/>
    </p:embeddedFont>
    <p:embeddedFont>
      <p:font typeface="Ovo" charset="1" panose="02020502070400060406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80043"/>
            <a:ext cx="10518452" cy="367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1"/>
              </a:lnSpc>
              <a:spcBef>
                <a:spcPct val="0"/>
              </a:spcBef>
            </a:pPr>
            <a:r>
              <a:rPr lang="en-US" sz="21551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Rosemary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547152" y="359689"/>
            <a:ext cx="6634274" cy="9567621"/>
            <a:chOff x="0" y="0"/>
            <a:chExt cx="6224905" cy="89772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48843" y="391922"/>
              <a:ext cx="4927219" cy="8193405"/>
            </a:xfrm>
            <a:custGeom>
              <a:avLst/>
              <a:gdLst/>
              <a:ahLst/>
              <a:cxnLst/>
              <a:rect r="r" b="b" t="t" l="l"/>
              <a:pathLst>
                <a:path h="8193405" w="4927219">
                  <a:moveTo>
                    <a:pt x="2463673" y="0"/>
                  </a:moveTo>
                  <a:cubicBezTo>
                    <a:pt x="3742436" y="7620"/>
                    <a:pt x="4908804" y="1092708"/>
                    <a:pt x="4927219" y="2446274"/>
                  </a:cubicBezTo>
                  <a:lnTo>
                    <a:pt x="4927219" y="8193405"/>
                  </a:lnTo>
                  <a:lnTo>
                    <a:pt x="0" y="8193405"/>
                  </a:lnTo>
                  <a:lnTo>
                    <a:pt x="0" y="2446274"/>
                  </a:lnTo>
                  <a:cubicBezTo>
                    <a:pt x="18542" y="1092708"/>
                    <a:pt x="1184783" y="7620"/>
                    <a:pt x="24636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519" r="0" b="-3519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27" y="1397"/>
              <a:ext cx="6225032" cy="8974455"/>
            </a:xfrm>
            <a:custGeom>
              <a:avLst/>
              <a:gdLst/>
              <a:ahLst/>
              <a:cxnLst/>
              <a:rect r="r" b="b" t="t" l="l"/>
              <a:pathLst>
                <a:path h="8974455" w="6225032">
                  <a:moveTo>
                    <a:pt x="4823587" y="1102106"/>
                  </a:moveTo>
                  <a:cubicBezTo>
                    <a:pt x="4356354" y="647573"/>
                    <a:pt x="3732657" y="384683"/>
                    <a:pt x="3112643" y="381000"/>
                  </a:cubicBezTo>
                  <a:lnTo>
                    <a:pt x="3112516" y="381000"/>
                  </a:lnTo>
                  <a:cubicBezTo>
                    <a:pt x="2492375" y="384683"/>
                    <a:pt x="1868805" y="647446"/>
                    <a:pt x="1401572" y="1102106"/>
                  </a:cubicBezTo>
                  <a:cubicBezTo>
                    <a:pt x="918972" y="1571625"/>
                    <a:pt x="648335" y="2187575"/>
                    <a:pt x="639572" y="2836799"/>
                  </a:cubicBezTo>
                  <a:lnTo>
                    <a:pt x="639572" y="8593455"/>
                  </a:lnTo>
                  <a:lnTo>
                    <a:pt x="5585714" y="8593455"/>
                  </a:lnTo>
                  <a:lnTo>
                    <a:pt x="5585714" y="2836672"/>
                  </a:lnTo>
                  <a:cubicBezTo>
                    <a:pt x="5576824" y="2187575"/>
                    <a:pt x="5306187" y="1571498"/>
                    <a:pt x="4823587" y="1102106"/>
                  </a:cubicBezTo>
                  <a:close/>
                  <a:moveTo>
                    <a:pt x="5566664" y="8574405"/>
                  </a:moveTo>
                  <a:lnTo>
                    <a:pt x="658495" y="8574405"/>
                  </a:lnTo>
                  <a:lnTo>
                    <a:pt x="658495" y="2836926"/>
                  </a:lnTo>
                  <a:cubicBezTo>
                    <a:pt x="667258" y="2192909"/>
                    <a:pt x="935863" y="1581658"/>
                    <a:pt x="1414780" y="1115695"/>
                  </a:cubicBezTo>
                  <a:cubicBezTo>
                    <a:pt x="1878584" y="664464"/>
                    <a:pt x="2497328" y="403606"/>
                    <a:pt x="3112516" y="400050"/>
                  </a:cubicBezTo>
                  <a:cubicBezTo>
                    <a:pt x="3727704" y="403733"/>
                    <a:pt x="4346575" y="664591"/>
                    <a:pt x="4810252" y="1115695"/>
                  </a:cubicBezTo>
                  <a:cubicBezTo>
                    <a:pt x="5289169" y="1581658"/>
                    <a:pt x="5557774" y="2192909"/>
                    <a:pt x="5566537" y="2836799"/>
                  </a:cubicBezTo>
                  <a:lnTo>
                    <a:pt x="5566537" y="8574405"/>
                  </a:lnTo>
                  <a:close/>
                  <a:moveTo>
                    <a:pt x="6225032" y="4997704"/>
                  </a:moveTo>
                  <a:cubicBezTo>
                    <a:pt x="6082919" y="4977257"/>
                    <a:pt x="6007100" y="4890262"/>
                    <a:pt x="5966587" y="4800219"/>
                  </a:cubicBezTo>
                  <a:lnTo>
                    <a:pt x="5966587" y="2831465"/>
                  </a:lnTo>
                  <a:cubicBezTo>
                    <a:pt x="5956300" y="2080641"/>
                    <a:pt x="5644769" y="1369441"/>
                    <a:pt x="5089271" y="828929"/>
                  </a:cubicBezTo>
                  <a:cubicBezTo>
                    <a:pt x="4552188" y="306451"/>
                    <a:pt x="3832479" y="4191"/>
                    <a:pt x="3114802" y="0"/>
                  </a:cubicBezTo>
                  <a:lnTo>
                    <a:pt x="3110230" y="0"/>
                  </a:lnTo>
                  <a:cubicBezTo>
                    <a:pt x="2392680" y="4191"/>
                    <a:pt x="1672971" y="306451"/>
                    <a:pt x="1135761" y="828929"/>
                  </a:cubicBezTo>
                  <a:cubicBezTo>
                    <a:pt x="580263" y="1369314"/>
                    <a:pt x="268732" y="2080514"/>
                    <a:pt x="258445" y="2831592"/>
                  </a:cubicBezTo>
                  <a:lnTo>
                    <a:pt x="258445" y="4800219"/>
                  </a:lnTo>
                  <a:cubicBezTo>
                    <a:pt x="217932" y="4890262"/>
                    <a:pt x="142113" y="4977257"/>
                    <a:pt x="0" y="4997704"/>
                  </a:cubicBezTo>
                  <a:cubicBezTo>
                    <a:pt x="142113" y="5018151"/>
                    <a:pt x="217932" y="5105146"/>
                    <a:pt x="258445" y="5195189"/>
                  </a:cubicBezTo>
                  <a:lnTo>
                    <a:pt x="258445" y="8974455"/>
                  </a:lnTo>
                  <a:lnTo>
                    <a:pt x="5966587" y="8974455"/>
                  </a:lnTo>
                  <a:lnTo>
                    <a:pt x="5966587" y="5195189"/>
                  </a:lnTo>
                  <a:cubicBezTo>
                    <a:pt x="6007100" y="5105146"/>
                    <a:pt x="6082919" y="5018151"/>
                    <a:pt x="6225032" y="4997704"/>
                  </a:cubicBezTo>
                  <a:close/>
                  <a:moveTo>
                    <a:pt x="277495" y="8955405"/>
                  </a:moveTo>
                  <a:lnTo>
                    <a:pt x="277495" y="5195062"/>
                  </a:lnTo>
                  <a:cubicBezTo>
                    <a:pt x="318008" y="5105019"/>
                    <a:pt x="393827" y="5018151"/>
                    <a:pt x="535813" y="4997704"/>
                  </a:cubicBezTo>
                  <a:cubicBezTo>
                    <a:pt x="393827" y="4977257"/>
                    <a:pt x="318008" y="4890389"/>
                    <a:pt x="277495" y="4800346"/>
                  </a:cubicBezTo>
                  <a:lnTo>
                    <a:pt x="277495" y="2831719"/>
                  </a:lnTo>
                  <a:cubicBezTo>
                    <a:pt x="287655" y="2085975"/>
                    <a:pt x="597154" y="1379474"/>
                    <a:pt x="1149096" y="842645"/>
                  </a:cubicBezTo>
                  <a:cubicBezTo>
                    <a:pt x="1682750" y="323469"/>
                    <a:pt x="2397633" y="23241"/>
                    <a:pt x="3110357" y="19050"/>
                  </a:cubicBezTo>
                  <a:lnTo>
                    <a:pt x="3114802" y="19050"/>
                  </a:lnTo>
                  <a:cubicBezTo>
                    <a:pt x="3827526" y="23241"/>
                    <a:pt x="4542409" y="323469"/>
                    <a:pt x="5076063" y="842645"/>
                  </a:cubicBezTo>
                  <a:cubicBezTo>
                    <a:pt x="5628005" y="1379601"/>
                    <a:pt x="5937504" y="2085975"/>
                    <a:pt x="5947664" y="2831592"/>
                  </a:cubicBezTo>
                  <a:lnTo>
                    <a:pt x="5947664" y="4800346"/>
                  </a:lnTo>
                  <a:cubicBezTo>
                    <a:pt x="5907151" y="4890389"/>
                    <a:pt x="5831332" y="4977257"/>
                    <a:pt x="5689346" y="4997704"/>
                  </a:cubicBezTo>
                  <a:cubicBezTo>
                    <a:pt x="5831332" y="5018151"/>
                    <a:pt x="5907151" y="5105020"/>
                    <a:pt x="5947664" y="5195063"/>
                  </a:cubicBezTo>
                  <a:lnTo>
                    <a:pt x="5947664" y="8955405"/>
                  </a:lnTo>
                  <a:lnTo>
                    <a:pt x="277495" y="8955405"/>
                  </a:lnTo>
                  <a:close/>
                </a:path>
              </a:pathLst>
            </a:custGeom>
            <a:solidFill>
              <a:srgbClr val="8D373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819106" y="6129163"/>
            <a:ext cx="6324894" cy="6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7"/>
              </a:lnSpc>
              <a:spcBef>
                <a:spcPct val="0"/>
              </a:spcBef>
            </a:pPr>
            <a:r>
              <a:rPr lang="en-US" sz="3641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Where Every Cup Tells A Story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2394" y="339980"/>
            <a:ext cx="2596713" cy="2596713"/>
          </a:xfrm>
          <a:custGeom>
            <a:avLst/>
            <a:gdLst/>
            <a:ahLst/>
            <a:cxnLst/>
            <a:rect r="r" b="b" t="t" l="l"/>
            <a:pathLst>
              <a:path h="2596713" w="2596713">
                <a:moveTo>
                  <a:pt x="0" y="0"/>
                </a:moveTo>
                <a:lnTo>
                  <a:pt x="2596712" y="0"/>
                </a:lnTo>
                <a:lnTo>
                  <a:pt x="2596712" y="2596713"/>
                </a:lnTo>
                <a:lnTo>
                  <a:pt x="0" y="259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222394" y="7310413"/>
            <a:ext cx="2596713" cy="2596713"/>
          </a:xfrm>
          <a:custGeom>
            <a:avLst/>
            <a:gdLst/>
            <a:ahLst/>
            <a:cxnLst/>
            <a:rect r="r" b="b" t="t" l="l"/>
            <a:pathLst>
              <a:path h="2596713" w="2596713">
                <a:moveTo>
                  <a:pt x="0" y="0"/>
                </a:moveTo>
                <a:lnTo>
                  <a:pt x="2596712" y="0"/>
                </a:lnTo>
                <a:lnTo>
                  <a:pt x="2596712" y="2596712"/>
                </a:lnTo>
                <a:lnTo>
                  <a:pt x="0" y="259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43443" y="7243738"/>
            <a:ext cx="2880645" cy="199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2"/>
              </a:lnSpc>
            </a:pPr>
            <a:r>
              <a:rPr lang="en-US" sz="2859">
                <a:solidFill>
                  <a:srgbClr val="F2ECE1"/>
                </a:solidFill>
                <a:latin typeface="Ovo"/>
                <a:ea typeface="Ovo"/>
                <a:cs typeface="Ovo"/>
                <a:sym typeface="Ovo"/>
              </a:rPr>
              <a:t>Rezzag Nadjia</a:t>
            </a:r>
          </a:p>
          <a:p>
            <a:pPr algn="just">
              <a:lnSpc>
                <a:spcPts val="4002"/>
              </a:lnSpc>
            </a:pPr>
            <a:r>
              <a:rPr lang="en-US" sz="2859">
                <a:solidFill>
                  <a:srgbClr val="F2ECE1"/>
                </a:solidFill>
                <a:latin typeface="Ovo"/>
                <a:ea typeface="Ovo"/>
                <a:cs typeface="Ovo"/>
                <a:sym typeface="Ovo"/>
              </a:rPr>
              <a:t>Hachani Chaima</a:t>
            </a:r>
          </a:p>
          <a:p>
            <a:pPr algn="just">
              <a:lnSpc>
                <a:spcPts val="4002"/>
              </a:lnSpc>
            </a:pPr>
            <a:r>
              <a:rPr lang="en-US" sz="2859">
                <a:solidFill>
                  <a:srgbClr val="F2ECE1"/>
                </a:solidFill>
                <a:latin typeface="Ovo"/>
                <a:ea typeface="Ovo"/>
                <a:cs typeface="Ovo"/>
                <a:sym typeface="Ovo"/>
              </a:rPr>
              <a:t>Guellil Imane</a:t>
            </a:r>
          </a:p>
          <a:p>
            <a:pPr algn="just">
              <a:lnSpc>
                <a:spcPts val="4002"/>
              </a:lnSpc>
              <a:spcBef>
                <a:spcPct val="0"/>
              </a:spcBef>
            </a:pPr>
            <a:r>
              <a:rPr lang="en-US" sz="2859">
                <a:solidFill>
                  <a:srgbClr val="F2ECE1"/>
                </a:solidFill>
                <a:latin typeface="Ovo"/>
                <a:ea typeface="Ovo"/>
                <a:cs typeface="Ovo"/>
                <a:sym typeface="Ovo"/>
              </a:rPr>
              <a:t>Ladjdel Yasmine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4077" y="420034"/>
            <a:ext cx="5103127" cy="155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07"/>
              </a:lnSpc>
              <a:spcBef>
                <a:spcPct val="0"/>
              </a:spcBef>
            </a:pPr>
            <a:r>
              <a:rPr lang="en-US" sz="9076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55869" y="1910850"/>
            <a:ext cx="13695719" cy="43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8"/>
              </a:lnSpc>
            </a:pPr>
            <a:r>
              <a:rPr lang="en-US" sz="3091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  Rosemary , a online coffee shop website inspired by a cozy and welcoming café vibe, and the idea was to create a place where people feel comfortable, even online, just like they would in a real coffee shop. </a:t>
            </a:r>
          </a:p>
          <a:p>
            <a:pPr algn="just">
              <a:lnSpc>
                <a:spcPts val="4328"/>
              </a:lnSpc>
            </a:pPr>
            <a:r>
              <a:rPr lang="en-US" sz="3091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  The purpose of Rosemay is to allow customers to explore and buy different flavors of desserts and drinks, available in different sizes, in a simple and pleasant way. </a:t>
            </a:r>
          </a:p>
          <a:p>
            <a:pPr algn="just">
              <a:lnSpc>
                <a:spcPts val="4328"/>
              </a:lnSpc>
              <a:spcBef>
                <a:spcPct val="0"/>
              </a:spcBef>
            </a:pPr>
            <a:r>
              <a:rPr lang="en-US" sz="3091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  Our target audience includes students, workers, and anyone who enjoys coffee, desserts, and relaxed spaces.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492219"/>
            <a:ext cx="5112790" cy="155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1"/>
              </a:lnSpc>
              <a:spcBef>
                <a:spcPct val="0"/>
              </a:spcBef>
            </a:pPr>
            <a:r>
              <a:rPr lang="en-US" sz="9093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2017" y="7976116"/>
            <a:ext cx="12763424" cy="106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4"/>
              </a:lnSpc>
              <a:spcBef>
                <a:spcPct val="0"/>
              </a:spcBef>
            </a:pPr>
            <a:r>
              <a:rPr lang="en-US" sz="3089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The website is organized into clear sections such as Home, Menu, About, and Contact, so users can navigate easily and enjoy their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0750" y="1292693"/>
            <a:ext cx="6432449" cy="154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3"/>
              </a:lnSpc>
              <a:spcBef>
                <a:spcPct val="0"/>
              </a:spcBef>
            </a:pPr>
            <a:r>
              <a:rPr lang="en-US" sz="9052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Tchnologies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2729" y="2972867"/>
            <a:ext cx="12342543" cy="52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3"/>
              </a:lnSpc>
              <a:spcBef>
                <a:spcPct val="0"/>
              </a:spcBef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In our web we used as languages: Html, CSS, JAVASCRIPT, PHP, MYSQL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0750" y="3599241"/>
            <a:ext cx="6432449" cy="154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3"/>
              </a:lnSpc>
              <a:spcBef>
                <a:spcPct val="0"/>
              </a:spcBef>
            </a:pPr>
            <a:r>
              <a:rPr lang="en-US" sz="9052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Functionallities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2729" y="5076825"/>
            <a:ext cx="12342543" cy="372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User Authentication (Login / Sign Up)</a:t>
            </a:r>
          </a:p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Product Browsing</a:t>
            </a:r>
          </a:p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Shopping Cart Management </a:t>
            </a:r>
          </a:p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Order Confirmation and Checkout</a:t>
            </a:r>
          </a:p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Delivery Management</a:t>
            </a:r>
          </a:p>
          <a:p>
            <a:pPr algn="just">
              <a:lnSpc>
                <a:spcPts val="4263"/>
              </a:lnSpc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Product Rating</a:t>
            </a:r>
          </a:p>
          <a:p>
            <a:pPr algn="just">
              <a:lnSpc>
                <a:spcPts val="4263"/>
              </a:lnSpc>
              <a:spcBef>
                <a:spcPct val="0"/>
              </a:spcBef>
            </a:pPr>
            <a:r>
              <a:rPr lang="en-US" sz="3045">
                <a:solidFill>
                  <a:srgbClr val="8D373F"/>
                </a:solidFill>
                <a:latin typeface="Ovo"/>
                <a:ea typeface="Ovo"/>
                <a:cs typeface="Ovo"/>
                <a:sym typeface="Ovo"/>
              </a:rPr>
              <a:t>Dark mode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8788" y="1936550"/>
            <a:ext cx="8525212" cy="4038819"/>
          </a:xfrm>
          <a:custGeom>
            <a:avLst/>
            <a:gdLst/>
            <a:ahLst/>
            <a:cxnLst/>
            <a:rect r="r" b="b" t="t" l="l"/>
            <a:pathLst>
              <a:path h="4038819" w="8525212">
                <a:moveTo>
                  <a:pt x="0" y="0"/>
                </a:moveTo>
                <a:lnTo>
                  <a:pt x="8525212" y="0"/>
                </a:lnTo>
                <a:lnTo>
                  <a:pt x="8525212" y="4038819"/>
                </a:lnTo>
                <a:lnTo>
                  <a:pt x="0" y="4038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936550"/>
            <a:ext cx="8525212" cy="4017506"/>
          </a:xfrm>
          <a:custGeom>
            <a:avLst/>
            <a:gdLst/>
            <a:ahLst/>
            <a:cxnLst/>
            <a:rect r="r" b="b" t="t" l="l"/>
            <a:pathLst>
              <a:path h="4017506" w="8525212">
                <a:moveTo>
                  <a:pt x="0" y="0"/>
                </a:moveTo>
                <a:lnTo>
                  <a:pt x="8525212" y="0"/>
                </a:lnTo>
                <a:lnTo>
                  <a:pt x="8525212" y="4017506"/>
                </a:lnTo>
                <a:lnTo>
                  <a:pt x="0" y="4017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70338" y="5975369"/>
            <a:ext cx="6717662" cy="3174095"/>
          </a:xfrm>
          <a:custGeom>
            <a:avLst/>
            <a:gdLst/>
            <a:ahLst/>
            <a:cxnLst/>
            <a:rect r="r" b="b" t="t" l="l"/>
            <a:pathLst>
              <a:path h="3174095" w="6717662">
                <a:moveTo>
                  <a:pt x="0" y="0"/>
                </a:moveTo>
                <a:lnTo>
                  <a:pt x="6717662" y="0"/>
                </a:lnTo>
                <a:lnTo>
                  <a:pt x="6717662" y="3174096"/>
                </a:lnTo>
                <a:lnTo>
                  <a:pt x="0" y="3174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97054" y="5954056"/>
            <a:ext cx="7601130" cy="3591534"/>
          </a:xfrm>
          <a:custGeom>
            <a:avLst/>
            <a:gdLst/>
            <a:ahLst/>
            <a:cxnLst/>
            <a:rect r="r" b="b" t="t" l="l"/>
            <a:pathLst>
              <a:path h="3591534" w="7601130">
                <a:moveTo>
                  <a:pt x="0" y="0"/>
                </a:moveTo>
                <a:lnTo>
                  <a:pt x="7601130" y="0"/>
                </a:lnTo>
                <a:lnTo>
                  <a:pt x="7601130" y="3591534"/>
                </a:lnTo>
                <a:lnTo>
                  <a:pt x="0" y="3591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6445" y="5789970"/>
            <a:ext cx="3954949" cy="4038874"/>
          </a:xfrm>
          <a:custGeom>
            <a:avLst/>
            <a:gdLst/>
            <a:ahLst/>
            <a:cxnLst/>
            <a:rect r="r" b="b" t="t" l="l"/>
            <a:pathLst>
              <a:path h="4038874" w="3954949">
                <a:moveTo>
                  <a:pt x="0" y="0"/>
                </a:moveTo>
                <a:lnTo>
                  <a:pt x="3954949" y="0"/>
                </a:lnTo>
                <a:lnTo>
                  <a:pt x="3954949" y="4038874"/>
                </a:lnTo>
                <a:lnTo>
                  <a:pt x="0" y="4038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5169" y="392291"/>
            <a:ext cx="6432449" cy="154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3"/>
              </a:lnSpc>
              <a:spcBef>
                <a:spcPct val="0"/>
              </a:spcBef>
            </a:pPr>
            <a:r>
              <a:rPr lang="en-US" sz="9052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Functionallities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99944"/>
            <a:ext cx="10518452" cy="310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5"/>
              </a:lnSpc>
              <a:spcBef>
                <a:spcPct val="0"/>
              </a:spcBef>
            </a:pPr>
            <a:r>
              <a:rPr lang="en-US" sz="18168">
                <a:solidFill>
                  <a:srgbClr val="8D373F"/>
                </a:solidFill>
                <a:latin typeface="Ballet"/>
                <a:ea typeface="Ballet"/>
                <a:cs typeface="Ballet"/>
                <a:sym typeface="Ballet"/>
              </a:rPr>
              <a:t>Thank You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547152" y="359689"/>
            <a:ext cx="6634274" cy="9567621"/>
            <a:chOff x="0" y="0"/>
            <a:chExt cx="6224905" cy="89772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48843" y="391922"/>
              <a:ext cx="4927219" cy="8193405"/>
            </a:xfrm>
            <a:custGeom>
              <a:avLst/>
              <a:gdLst/>
              <a:ahLst/>
              <a:cxnLst/>
              <a:rect r="r" b="b" t="t" l="l"/>
              <a:pathLst>
                <a:path h="8193405" w="4927219">
                  <a:moveTo>
                    <a:pt x="2463673" y="0"/>
                  </a:moveTo>
                  <a:cubicBezTo>
                    <a:pt x="3742436" y="7620"/>
                    <a:pt x="4908804" y="1092708"/>
                    <a:pt x="4927219" y="2446274"/>
                  </a:cubicBezTo>
                  <a:lnTo>
                    <a:pt x="4927219" y="8193405"/>
                  </a:lnTo>
                  <a:lnTo>
                    <a:pt x="0" y="8193405"/>
                  </a:lnTo>
                  <a:lnTo>
                    <a:pt x="0" y="2446274"/>
                  </a:lnTo>
                  <a:cubicBezTo>
                    <a:pt x="18542" y="1092708"/>
                    <a:pt x="1184783" y="7620"/>
                    <a:pt x="24636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519" r="0" b="-3519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27" y="1397"/>
              <a:ext cx="6225032" cy="8974455"/>
            </a:xfrm>
            <a:custGeom>
              <a:avLst/>
              <a:gdLst/>
              <a:ahLst/>
              <a:cxnLst/>
              <a:rect r="r" b="b" t="t" l="l"/>
              <a:pathLst>
                <a:path h="8974455" w="6225032">
                  <a:moveTo>
                    <a:pt x="4823587" y="1102106"/>
                  </a:moveTo>
                  <a:cubicBezTo>
                    <a:pt x="4356354" y="647573"/>
                    <a:pt x="3732657" y="384683"/>
                    <a:pt x="3112643" y="381000"/>
                  </a:cubicBezTo>
                  <a:lnTo>
                    <a:pt x="3112516" y="381000"/>
                  </a:lnTo>
                  <a:cubicBezTo>
                    <a:pt x="2492375" y="384683"/>
                    <a:pt x="1868805" y="647446"/>
                    <a:pt x="1401572" y="1102106"/>
                  </a:cubicBezTo>
                  <a:cubicBezTo>
                    <a:pt x="918972" y="1571625"/>
                    <a:pt x="648335" y="2187575"/>
                    <a:pt x="639572" y="2836799"/>
                  </a:cubicBezTo>
                  <a:lnTo>
                    <a:pt x="639572" y="8593455"/>
                  </a:lnTo>
                  <a:lnTo>
                    <a:pt x="5585714" y="8593455"/>
                  </a:lnTo>
                  <a:lnTo>
                    <a:pt x="5585714" y="2836672"/>
                  </a:lnTo>
                  <a:cubicBezTo>
                    <a:pt x="5576824" y="2187575"/>
                    <a:pt x="5306187" y="1571498"/>
                    <a:pt x="4823587" y="1102106"/>
                  </a:cubicBezTo>
                  <a:close/>
                  <a:moveTo>
                    <a:pt x="5566664" y="8574405"/>
                  </a:moveTo>
                  <a:lnTo>
                    <a:pt x="658495" y="8574405"/>
                  </a:lnTo>
                  <a:lnTo>
                    <a:pt x="658495" y="2836926"/>
                  </a:lnTo>
                  <a:cubicBezTo>
                    <a:pt x="667258" y="2192909"/>
                    <a:pt x="935863" y="1581658"/>
                    <a:pt x="1414780" y="1115695"/>
                  </a:cubicBezTo>
                  <a:cubicBezTo>
                    <a:pt x="1878584" y="664464"/>
                    <a:pt x="2497328" y="403606"/>
                    <a:pt x="3112516" y="400050"/>
                  </a:cubicBezTo>
                  <a:cubicBezTo>
                    <a:pt x="3727704" y="403733"/>
                    <a:pt x="4346575" y="664591"/>
                    <a:pt x="4810252" y="1115695"/>
                  </a:cubicBezTo>
                  <a:cubicBezTo>
                    <a:pt x="5289169" y="1581658"/>
                    <a:pt x="5557774" y="2192909"/>
                    <a:pt x="5566537" y="2836799"/>
                  </a:cubicBezTo>
                  <a:lnTo>
                    <a:pt x="5566537" y="8574405"/>
                  </a:lnTo>
                  <a:close/>
                  <a:moveTo>
                    <a:pt x="6225032" y="4997704"/>
                  </a:moveTo>
                  <a:cubicBezTo>
                    <a:pt x="6082919" y="4977257"/>
                    <a:pt x="6007100" y="4890262"/>
                    <a:pt x="5966587" y="4800219"/>
                  </a:cubicBezTo>
                  <a:lnTo>
                    <a:pt x="5966587" y="2831465"/>
                  </a:lnTo>
                  <a:cubicBezTo>
                    <a:pt x="5956300" y="2080641"/>
                    <a:pt x="5644769" y="1369441"/>
                    <a:pt x="5089271" y="828929"/>
                  </a:cubicBezTo>
                  <a:cubicBezTo>
                    <a:pt x="4552188" y="306451"/>
                    <a:pt x="3832479" y="4191"/>
                    <a:pt x="3114802" y="0"/>
                  </a:cubicBezTo>
                  <a:lnTo>
                    <a:pt x="3110230" y="0"/>
                  </a:lnTo>
                  <a:cubicBezTo>
                    <a:pt x="2392680" y="4191"/>
                    <a:pt x="1672971" y="306451"/>
                    <a:pt x="1135761" y="828929"/>
                  </a:cubicBezTo>
                  <a:cubicBezTo>
                    <a:pt x="580263" y="1369314"/>
                    <a:pt x="268732" y="2080514"/>
                    <a:pt x="258445" y="2831592"/>
                  </a:cubicBezTo>
                  <a:lnTo>
                    <a:pt x="258445" y="4800219"/>
                  </a:lnTo>
                  <a:cubicBezTo>
                    <a:pt x="217932" y="4890262"/>
                    <a:pt x="142113" y="4977257"/>
                    <a:pt x="0" y="4997704"/>
                  </a:cubicBezTo>
                  <a:cubicBezTo>
                    <a:pt x="142113" y="5018151"/>
                    <a:pt x="217932" y="5105146"/>
                    <a:pt x="258445" y="5195189"/>
                  </a:cubicBezTo>
                  <a:lnTo>
                    <a:pt x="258445" y="8974455"/>
                  </a:lnTo>
                  <a:lnTo>
                    <a:pt x="5966587" y="8974455"/>
                  </a:lnTo>
                  <a:lnTo>
                    <a:pt x="5966587" y="5195189"/>
                  </a:lnTo>
                  <a:cubicBezTo>
                    <a:pt x="6007100" y="5105146"/>
                    <a:pt x="6082919" y="5018151"/>
                    <a:pt x="6225032" y="4997704"/>
                  </a:cubicBezTo>
                  <a:close/>
                  <a:moveTo>
                    <a:pt x="277495" y="8955405"/>
                  </a:moveTo>
                  <a:lnTo>
                    <a:pt x="277495" y="5195062"/>
                  </a:lnTo>
                  <a:cubicBezTo>
                    <a:pt x="318008" y="5105019"/>
                    <a:pt x="393827" y="5018151"/>
                    <a:pt x="535813" y="4997704"/>
                  </a:cubicBezTo>
                  <a:cubicBezTo>
                    <a:pt x="393827" y="4977257"/>
                    <a:pt x="318008" y="4890389"/>
                    <a:pt x="277495" y="4800346"/>
                  </a:cubicBezTo>
                  <a:lnTo>
                    <a:pt x="277495" y="2831719"/>
                  </a:lnTo>
                  <a:cubicBezTo>
                    <a:pt x="287655" y="2085975"/>
                    <a:pt x="597154" y="1379474"/>
                    <a:pt x="1149096" y="842645"/>
                  </a:cubicBezTo>
                  <a:cubicBezTo>
                    <a:pt x="1682750" y="323469"/>
                    <a:pt x="2397633" y="23241"/>
                    <a:pt x="3110357" y="19050"/>
                  </a:cubicBezTo>
                  <a:lnTo>
                    <a:pt x="3114802" y="19050"/>
                  </a:lnTo>
                  <a:cubicBezTo>
                    <a:pt x="3827526" y="23241"/>
                    <a:pt x="4542409" y="323469"/>
                    <a:pt x="5076063" y="842645"/>
                  </a:cubicBezTo>
                  <a:cubicBezTo>
                    <a:pt x="5628005" y="1379601"/>
                    <a:pt x="5937504" y="2085975"/>
                    <a:pt x="5947664" y="2831592"/>
                  </a:cubicBezTo>
                  <a:lnTo>
                    <a:pt x="5947664" y="4800346"/>
                  </a:lnTo>
                  <a:cubicBezTo>
                    <a:pt x="5907151" y="4890389"/>
                    <a:pt x="5831332" y="4977257"/>
                    <a:pt x="5689346" y="4997704"/>
                  </a:cubicBezTo>
                  <a:cubicBezTo>
                    <a:pt x="5831332" y="5018151"/>
                    <a:pt x="5907151" y="5105020"/>
                    <a:pt x="5947664" y="5195063"/>
                  </a:cubicBezTo>
                  <a:lnTo>
                    <a:pt x="5947664" y="8955405"/>
                  </a:lnTo>
                  <a:lnTo>
                    <a:pt x="277495" y="8955405"/>
                  </a:lnTo>
                  <a:close/>
                </a:path>
              </a:pathLst>
            </a:custGeom>
            <a:solidFill>
              <a:srgbClr val="8D373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22394" y="339980"/>
            <a:ext cx="2596713" cy="2596713"/>
          </a:xfrm>
          <a:custGeom>
            <a:avLst/>
            <a:gdLst/>
            <a:ahLst/>
            <a:cxnLst/>
            <a:rect r="r" b="b" t="t" l="l"/>
            <a:pathLst>
              <a:path h="2596713" w="2596713">
                <a:moveTo>
                  <a:pt x="0" y="0"/>
                </a:moveTo>
                <a:lnTo>
                  <a:pt x="2596712" y="0"/>
                </a:lnTo>
                <a:lnTo>
                  <a:pt x="2596712" y="2596713"/>
                </a:lnTo>
                <a:lnTo>
                  <a:pt x="0" y="259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222394" y="7310413"/>
            <a:ext cx="2596713" cy="2596713"/>
          </a:xfrm>
          <a:custGeom>
            <a:avLst/>
            <a:gdLst/>
            <a:ahLst/>
            <a:cxnLst/>
            <a:rect r="r" b="b" t="t" l="l"/>
            <a:pathLst>
              <a:path h="2596713" w="2596713">
                <a:moveTo>
                  <a:pt x="0" y="0"/>
                </a:moveTo>
                <a:lnTo>
                  <a:pt x="2596712" y="0"/>
                </a:lnTo>
                <a:lnTo>
                  <a:pt x="2596712" y="2596712"/>
                </a:lnTo>
                <a:lnTo>
                  <a:pt x="0" y="2596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DAG_arjrqOE</dc:identifier>
  <dcterms:modified xsi:type="dcterms:W3CDTF">2011-08-01T06:04:30Z</dcterms:modified>
  <cp:revision>1</cp:revision>
  <dc:title>Beige and Brown Vintage Minimalist History Project Presentation</dc:title>
</cp:coreProperties>
</file>